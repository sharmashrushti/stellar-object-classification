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9"/>
  </p:notesMasterIdLst>
  <p:sldIdLst>
    <p:sldId id="256" r:id="rId2"/>
    <p:sldId id="712" r:id="rId3"/>
    <p:sldId id="713" r:id="rId4"/>
    <p:sldId id="714" r:id="rId5"/>
    <p:sldId id="715" r:id="rId6"/>
    <p:sldId id="716" r:id="rId7"/>
    <p:sldId id="717" r:id="rId8"/>
    <p:sldId id="718" r:id="rId9"/>
    <p:sldId id="719" r:id="rId10"/>
    <p:sldId id="720" r:id="rId11"/>
    <p:sldId id="721" r:id="rId12"/>
    <p:sldId id="722" r:id="rId13"/>
    <p:sldId id="725" r:id="rId14"/>
    <p:sldId id="724" r:id="rId15"/>
    <p:sldId id="726" r:id="rId16"/>
    <p:sldId id="711" r:id="rId17"/>
    <p:sldId id="3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65" d="100"/>
          <a:sy n="65" d="100"/>
        </p:scale>
        <p:origin x="840" y="66"/>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esh Sharma" userId="05d1b8d7529e7a6b" providerId="LiveId" clId="{9347FA12-87F0-4408-BFD2-E94DF1A724FF}"/>
    <pc:docChg chg="addSld modSld">
      <pc:chgData name="Ritesh Sharma" userId="05d1b8d7529e7a6b" providerId="LiveId" clId="{9347FA12-87F0-4408-BFD2-E94DF1A724FF}" dt="2026-07-02T01:59:18.334" v="5" actId="14100"/>
      <pc:docMkLst>
        <pc:docMk/>
      </pc:docMkLst>
      <pc:sldChg chg="addSp modSp new mod">
        <pc:chgData name="Ritesh Sharma" userId="05d1b8d7529e7a6b" providerId="LiveId" clId="{9347FA12-87F0-4408-BFD2-E94DF1A724FF}" dt="2026-07-02T01:59:18.334" v="5" actId="14100"/>
        <pc:sldMkLst>
          <pc:docMk/>
          <pc:sldMk cId="3527827327" sldId="726"/>
        </pc:sldMkLst>
        <pc:picChg chg="add mod">
          <ac:chgData name="Ritesh Sharma" userId="05d1b8d7529e7a6b" providerId="LiveId" clId="{9347FA12-87F0-4408-BFD2-E94DF1A724FF}" dt="2026-07-02T01:59:18.334" v="5" actId="14100"/>
          <ac:picMkLst>
            <pc:docMk/>
            <pc:sldMk cId="3527827327" sldId="726"/>
            <ac:picMk id="3" creationId="{8718B8D2-372E-4E4E-6032-23026DB0545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02-07-2026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3457074"/>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STELLAR OBJECT CLASSIFICATION – Decision Trees,</a:t>
            </a:r>
          </a:p>
          <a:p>
            <a:pPr algn="ctr"/>
            <a:r>
              <a:rPr lang="en-US" sz="4400" b="1" dirty="0">
                <a:latin typeface="Calibri" panose="020F0502020204030204" pitchFamily="34" charset="0"/>
              </a:rPr>
              <a:t>Random Forests, KNN, SVM, Gradient Boosting,</a:t>
            </a:r>
          </a:p>
          <a:p>
            <a:pPr algn="ctr"/>
            <a:r>
              <a:rPr lang="en-US" sz="4400" b="1" dirty="0">
                <a:latin typeface="Calibri" panose="020F0502020204030204" pitchFamily="34" charset="0"/>
              </a:rPr>
              <a:t>AdaBoost &amp; </a:t>
            </a:r>
            <a:r>
              <a:rPr lang="en-US" sz="4400" b="1" dirty="0" err="1">
                <a:latin typeface="Calibri" panose="020F0502020204030204" pitchFamily="34" charset="0"/>
              </a:rPr>
              <a:t>XGBoost</a:t>
            </a: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82431C-2CC8-2C5A-A3B9-34B6C57F6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6564"/>
            <a:ext cx="12192000" cy="6951128"/>
          </a:xfrm>
          <a:prstGeom prst="rect">
            <a:avLst/>
          </a:prstGeom>
        </p:spPr>
      </p:pic>
    </p:spTree>
    <p:extLst>
      <p:ext uri="{BB962C8B-B14F-4D97-AF65-F5344CB8AC3E}">
        <p14:creationId xmlns:p14="http://schemas.microsoft.com/office/powerpoint/2010/main" val="342567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266525B-44F6-97E1-D034-C512C53E78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62731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962258-4031-FD99-EE98-9307D3FD7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4157459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A5B6C9-3CF2-263F-A8C9-C1D136FE57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pic>
        <p:nvPicPr>
          <p:cNvPr id="5" name="Picture 4">
            <a:extLst>
              <a:ext uri="{FF2B5EF4-FFF2-40B4-BE49-F238E27FC236}">
                <a16:creationId xmlns:a16="http://schemas.microsoft.com/office/drawing/2014/main" id="{400BCAC9-FEE9-3022-7230-8FDB9F57CD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936073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0B805D-E1E4-EA38-9A6D-FB407BDD6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494485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A4E574-9F53-E5DE-D2B6-23EA1E8835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034439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178940-B6AB-1A21-76CA-82482081E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958958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880A2C-B1D7-FB42-8EC0-240EA5BD65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810931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6EA73A-D0F5-64D6-56B0-E54C59D27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094368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803F60-F2DF-E941-45F5-2EC162EC4A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4006725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C9B1CD-642B-0778-3C17-D8701A2EE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308822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992E28-F3A7-B91D-22E0-EA39453702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126415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6357D2-C202-E31A-8FA7-0D2BE9BC5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829467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18B8D2-372E-4E4E-6032-23026DB054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35" y="0"/>
            <a:ext cx="12324736" cy="6858000"/>
          </a:xfrm>
          <a:prstGeom prst="rect">
            <a:avLst/>
          </a:prstGeom>
        </p:spPr>
      </p:pic>
    </p:spTree>
    <p:extLst>
      <p:ext uri="{BB962C8B-B14F-4D97-AF65-F5344CB8AC3E}">
        <p14:creationId xmlns:p14="http://schemas.microsoft.com/office/powerpoint/2010/main" val="3527827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7135</TotalTime>
  <Words>26</Words>
  <Application>Microsoft Office PowerPoint</Application>
  <PresentationFormat>Widescreen</PresentationFormat>
  <Paragraphs>5</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BIA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Ritesh Sharma</cp:lastModifiedBy>
  <cp:revision>2256</cp:revision>
  <dcterms:created xsi:type="dcterms:W3CDTF">2020-12-23T13:36:00Z</dcterms:created>
  <dcterms:modified xsi:type="dcterms:W3CDTF">2026-07-02T01:59:27Z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